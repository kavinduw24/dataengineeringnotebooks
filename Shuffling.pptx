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Playfair Display"/>
      <p:regular r:id="rId12"/>
      <p:bold r:id="rId13"/>
      <p:italic r:id="rId14"/>
      <p:boldItalic r:id="rId15"/>
    </p:embeddedFont>
    <p:embeddedFont>
      <p:font typeface="La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layfairDisplay-bold.fntdata"/><Relationship Id="rId12" Type="http://schemas.openxmlformats.org/officeDocument/2006/relationships/font" Target="fonts/PlayfairDisplay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ayfairDisplay-boldItalic.fntdata"/><Relationship Id="rId14" Type="http://schemas.openxmlformats.org/officeDocument/2006/relationships/font" Target="fonts/PlayfairDisplay-italic.fntdata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Italic.fntdata"/><Relationship Id="rId6" Type="http://schemas.openxmlformats.org/officeDocument/2006/relationships/slide" Target="slides/slide1.xml"/><Relationship Id="rId18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03b2a72de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f03b2a72de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03b2a72de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f03b2a72de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03b2a72de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f03b2a72de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03b2a72de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f03b2a72de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03b2a72de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03b2a72de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9050" y="748800"/>
            <a:ext cx="3645900" cy="364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992950" y="992700"/>
            <a:ext cx="3158100" cy="31581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29194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oral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medium.com/@DataWithSantosh/shuffling-in-pyspark-6e80819b9608" TargetMode="External"/><Relationship Id="rId4" Type="http://schemas.openxmlformats.org/officeDocument/2006/relationships/hyperlink" Target="https://medium.com/@sujathamudadla1213/explain-the-difference-between-groupbykey-and-reducebykey-bf0171e985ac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Shuffling</a:t>
            </a:r>
            <a:r>
              <a:rPr lang="en"/>
              <a:t> 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Shuffle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Moving data to different partitions so transformations can happen in parallel. The </a:t>
            </a:r>
            <a:r>
              <a:rPr lang="en"/>
              <a:t>transformations</a:t>
            </a:r>
            <a:r>
              <a:rPr lang="en"/>
              <a:t> are faster but the shuffles can be resource </a:t>
            </a:r>
            <a:r>
              <a:rPr lang="en"/>
              <a:t>intensive.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 of methods that need and not need shuffling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345800"/>
            <a:ext cx="8520600" cy="32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Need (narrow transformations)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GroupByKey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ReduceByKey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Join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No Need (wide transformations)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Filter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coalesce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reduce shuffles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Optimize the partitions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 reduceByKey over GroupByKey as it is more resource efficient. groupByKey shuffles before any processing while reduceByKey does a local reduction on each partition before any shuffling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reduceByKey vs groupByKey example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/>
          </a:bodyPr>
          <a:lstStyle/>
          <a:p>
            <a:pPr indent="0" lvl="0" marL="0" rtl="0" algn="l">
              <a:lnSpc>
                <a:spcPct val="218181"/>
              </a:lnSpc>
              <a:spcBef>
                <a:spcPts val="3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24242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# Sample key-value pair RDD</a:t>
            </a:r>
            <a:br>
              <a:rPr b="1" lang="en" sz="1500">
                <a:solidFill>
                  <a:srgbClr val="24242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</a:br>
            <a:r>
              <a:rPr b="1" lang="en" sz="1500">
                <a:solidFill>
                  <a:srgbClr val="24242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data = [(“A”, 1), (“B”, 2), (“A”, 3), (“B”, 4), (“C”, 5)]</a:t>
            </a:r>
            <a:endParaRPr b="1" sz="1500">
              <a:solidFill>
                <a:srgbClr val="242424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218181"/>
              </a:lnSpc>
              <a:spcBef>
                <a:spcPts val="3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24242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# Using groupByKey</a:t>
            </a:r>
            <a:br>
              <a:rPr b="1" lang="en" sz="1500">
                <a:solidFill>
                  <a:srgbClr val="24242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</a:br>
            <a:r>
              <a:rPr b="1" lang="en" sz="1500">
                <a:solidFill>
                  <a:srgbClr val="24242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grouped = rdd.groupByKey()</a:t>
            </a:r>
            <a:br>
              <a:rPr b="1" lang="en" sz="1500">
                <a:solidFill>
                  <a:srgbClr val="24242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</a:br>
            <a:r>
              <a:rPr b="1" lang="en" sz="1500">
                <a:solidFill>
                  <a:srgbClr val="24242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# Result: [(‘A’, [1, 3]), (‘B’, [2, 4]), (‘C’, [5])]</a:t>
            </a:r>
            <a:endParaRPr b="1" sz="1500">
              <a:solidFill>
                <a:srgbClr val="242424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218181"/>
              </a:lnSpc>
              <a:spcBef>
                <a:spcPts val="3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24242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# Using reduceByKey</a:t>
            </a:r>
            <a:br>
              <a:rPr b="1" lang="en" sz="1500">
                <a:solidFill>
                  <a:srgbClr val="24242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</a:br>
            <a:r>
              <a:rPr b="1" lang="en" sz="1500">
                <a:solidFill>
                  <a:srgbClr val="24242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reduced = rdd.reduceByKey(lambda x, y: x + y)</a:t>
            </a:r>
            <a:br>
              <a:rPr b="1" lang="en" sz="1500">
                <a:solidFill>
                  <a:srgbClr val="24242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</a:br>
            <a:r>
              <a:rPr b="1" lang="en" sz="1500">
                <a:solidFill>
                  <a:srgbClr val="24242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# Result: [(‘A’, 4), (‘B’, 6), (‘C’, 5)]</a:t>
            </a:r>
            <a:endParaRPr b="1" sz="1500">
              <a:solidFill>
                <a:srgbClr val="242424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From : https://medium.com/@sujathamudadla1213/explain-the-difference-between-groupbykey-and-reducebykey-bf0171e985ac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Sources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https://medium.com/@DataWithSantosh/shuffling-in-pyspark-6e80819b9608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https://medium.com/@sujathamudadla1213/explain-the-difference-between-groupbykey-and-reducebykey-bf0171e985ac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